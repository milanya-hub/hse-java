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86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/>
              <a:t>Работа с файлами в Java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/>
              <a:t>Полное руководство по File I/O, NIO и современным подходам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Класс File: Основы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 = new File("data/input.txt");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Проверка существования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System.out.println(f.exists());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Получение информации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System.out.println(f.getName());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System.out.println(f.getAbsolutePath());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System.out.println(f.length());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46320" y="1371600"/>
            <a:ext cx="3840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</a:rPr>
              <a:t>Основные возможности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• Создание объекта файла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• Проверка существования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• Получение метаданных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3108960"/>
            <a:ext cx="3840480" cy="146304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💡 Важно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</a:rPr>
              <a:t>File не открывает файл — это только ссылка на путь в файловой системе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Основные методы класса 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53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f.isFile()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353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Проверяет, является ли объект файлом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83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f.isDirectory()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8836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Проверяет, является ли объект директорией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140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f.length()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140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Возвращает размер файла в байтах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44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f.listFiles()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Возвращает массив файлов в директории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f.delete()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Удаляет файл или пустую директорию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05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f.mkdir()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Создает одну директорию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Классы Path и Paths (NIO.2)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114800" cy="201168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Создание Path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p = Paths.get("data", "input.txt");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Или используя Path.of() (Java 11+)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p = Path.of("data", "input.txt");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Нормализация и абсолютный путь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norm = p.normalize();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abs = p.toAbsolutePath();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Преимущества Path над File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37760" y="20116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Работает с относительными путями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Поддержка символических ссылок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Более гибкие операции с путями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Лучшая интеграция с Files 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7033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base = Path.of("/home/user");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p1 = base.resolve("docs/file.txt");  // /home/user/docs/file.txt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p2 = p1.resolveSibling("other.txt");  // /home/user/docs/other.txt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Абсолютные и относительные пути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Абсолютный путь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Начинается от корня файловой системы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Unix/Linux: /home/user/file.txt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Windows: C:\Users\user\file.txt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Относительный путь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Относительно рабочего каталога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data/file.txt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../config/app.properties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37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rel = Path.of("data/file.txt");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abs = rel.toAbsolutePath();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System.out.println(abs);  // /current/working/dir/data/file.txt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Класс Files: Основные операции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371600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44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Files.exists(path)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31920" y="1444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Проверка существования файла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847088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Files.createFile(path)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319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Создание нового файла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22576"/>
            <a:ext cx="822960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322576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Files.delete(path)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31920" y="2395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Удаление файла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798064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798064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871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Files.copy(src, dst)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31920" y="2871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Копирование файла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273552"/>
            <a:ext cx="822960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3273552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3467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Files.move(src, dst)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31920" y="33467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Перемещение/переименование файла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3749040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Files.readString(path)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93192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Чтение файла в строку (Java 11+)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4224528"/>
            <a:ext cx="73152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Files.writeString(path, txt)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9319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Запись строки в файл (Java 11+)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Создание файлов и директорий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Создание одной директории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dir = Path.of("data");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Files.createDirectory(dir);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7490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Создание вложенных директорий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dir = Path.of("data/out");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Files.createDirectories(dir);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Создание файла с директориями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p = Path.of("a/b/c/file.txt");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Создать все директории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Files.createDirectories(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p.getParent()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Создать файл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Files.createFile(p);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716C"/>
                </a:solidFill>
              </a:rPr>
              <a:t>💡 createDirectories создаст все промежуточные директории, если их нет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Чтение и запись файлов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114800" cy="292608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Чтение файла целиком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Все строки в List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lines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Files.readAllLines(path);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Весь файл в строку (Java 11+)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content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Files.readString(path);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Байты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byte[] data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Files.readAllBytes(path);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Запись в файл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7760" y="18745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Запись строки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Files.writeString(path, "Hello");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Дозапись (append)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Files.writeString(path, "line\n",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StandardCharsets.UTF_8,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StandardOpenOption.APPEND);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Запись списка строк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Files.write(path, lines);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Обход дерева файлов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301752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Files.walk() - Stream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(Stream&lt;Path&gt; stream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Files.walk(root)) {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.filter(p -&gt; p.toString()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.endsWith(".txt"))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.forEach(System.out::println);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01752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Files.walkFileTree() - Visitor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Files.walkFileTree(root,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SimpleFileVisitor&lt;&gt;() {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FileVisitResult visitFile(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 file, 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BasicFileAttributes attrs)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System.out.println(file);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CONTINUE;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Потоки InputStream / OutputStream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224028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Чтение через InputStream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(InputStream in = Files.newInputStream(path))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byte[] buffer = new byte[8192];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bytesRead;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((bytesRead = in.read(buffer)) != -1)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Обработка данных из buffer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processData(buffer, bytesRead);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💡 Используйте try-with-resources для автоматического закрытия потоков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Буферизация ввода/вывода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❌ Без буферизации (медленно)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InputStream in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Files.newInputStream(path);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((b = in.read()) != -1)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Медленно: каждый байт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</a:rPr>
              <a:t>✅ С буферизацией (быстро)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874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BufferedInputStream in =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BufferedInputStream(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Files.newInputStream(path));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byte[] buf = new byte[8192];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Быстро: блоками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Почему буферизация важна?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Буферизация уменьшает количество системных вызовов, что увеличивает производительность в 10-100 раз. Вместо чтения каждого байта отдельно, данные читаются большими блоками.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</a:rPr>
              <a:t>NIO: ByteBuffer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64592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Что такое ByteBuffer?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Буфер фиксированного размера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Имеет позицию, лимит, capacity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Поддерживает прямое и heap размещение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487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Создание ByteBuffer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605579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Heap буфер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ByteBuffer buf =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ByteBuffer.allocate(1024);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Direct буфер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ByteBuffer direct =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ByteBuffer.allocateDirect(1024);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37379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Работа с ByteBuffer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57419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ByteBuffer buf = ByteBuffer.allocate(16);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buf.putInt(42);      // Запись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buf.flip();          // Переключение режима чтение/запись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buf.getInt(); // Чтение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WatchService: Мониторинг файлов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Регистрация директории для мониторинга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WatchService ws = FileSystems.getDefault().newWatchService();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dir = Path.of("data");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dir.register(ws, ENTRY_CREATE, ENTRY_MODIFY, ENTRY_DELETE);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Обработка событий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WatchKey key = ws.take();  // Блокирующий вызов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(WatchEvent&lt;?&gt; event : key.pollEvents())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System.out.println(event.kind() + ": " + event.context());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key.reset();  // Готовность к следующим событиям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Best Practices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4813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Всегда закрывайте ресурсы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Используйте try-with-resources для автоматического закрытия файлов и потоков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3500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Используйте Files API вместо File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Files.readString(), Files.writeString() проще и безопаснее старых методов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2186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Применяйте буферизацию для больших файлов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BufferedInputStream/BufferedOutputStream значительно ускоряют операции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4087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Обрабатывайте исключения корректно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IOException, NoSuchFileException, FileAlreadyExistsException требуют внимания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/>
              <a:t>Резюме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/>
              <a:t>✓ Используйте Path и Files для современной работы с файлами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/>
              <a:t>✓ Применяйте try-with-resources для управления ресурсами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/>
              <a:t>✓ Буферизация критична для производительности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/>
              <a:t>✓ NIO предоставляет мощные инструменты для сложных сценариев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1264</Words>
  <Application>Microsoft Macintosh PowerPoint</Application>
  <PresentationFormat>Экран (16:9)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файлами в Java</dc:title>
  <dc:subject>PptxGenJS Presentation</dc:subject>
  <dc:creator>Java Files Tutorial</dc:creator>
  <cp:lastModifiedBy>Levin Mikhail</cp:lastModifiedBy>
  <cp:revision>2</cp:revision>
  <dcterms:created xsi:type="dcterms:W3CDTF">2026-02-13T16:13:05Z</dcterms:created>
  <dcterms:modified xsi:type="dcterms:W3CDTF">2026-02-13T16:20:22Z</dcterms:modified>
</cp:coreProperties>
</file>